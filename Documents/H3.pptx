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A772-D172-46CA-A767-FBBC5E9E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572B6-17CC-4837-7092-7F578C1D0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40EEF-7916-3B3A-B21E-D4DE8EFB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F6E0-57D6-B42C-C014-CF4344E2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CF95-0F49-1230-8A44-1CA2C86F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6B8E-E3B4-754C-7030-A65933DBD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4907-1B4B-F4B1-6ABC-9314544D1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6A7FD-8265-2021-9D08-11D7B3A1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2836-A4E7-C0F4-53A7-8BC2A007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AAB88-14C5-8BDD-48A0-F92A0C31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B0B5-A392-8341-CDDE-D8236BCA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D0760-F8CC-2F5E-58B9-8C53974FC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C1B4-95A9-25BA-C23C-23DA9CAF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B88E2-EEC4-64E3-E158-67069463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9C77-EE4B-64FA-29D5-5984073B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0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63B5-67DF-7547-5D85-B01069C9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18E0-061F-7DCB-964B-ECCF24B0F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B616D-26EB-1BB2-9512-ED0497457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D76BF-C44C-7461-38EB-505F6A80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929A2-4F70-B938-C52E-F2E1E605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C1C66-FB28-7E5C-E7C7-3BA68894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4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FD61-7121-F598-DDF4-04AC72BE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96E07-D6F5-7324-E11A-A3266F497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28CB8-A243-18B3-221E-6D3E2A9D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40E51-74E2-2BC6-34A8-AB9517855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C1782-A863-F5FE-026E-63E0AE4EA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3478E-7375-DE2D-C775-5BECDACA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3E8D4-E481-402A-A98C-A9941EE4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1AC5F-4CEB-A675-3205-84A0E9E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44FB-17D9-30E1-C343-1412FB8F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5C792-E2DA-094C-C953-AB18C3F2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26D68-6EAC-C958-BBF9-D824FD7E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12E45-904C-4997-6A00-A43327BA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49DE4-C014-4B4A-4260-E1FF265A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0B9E7-CB24-6E9B-C261-7AAB5B96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7C25-3CAD-DAA2-92C5-F1C0BF03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5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B6B1-39CC-4183-F7D5-A1C143CF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6A72-2D8E-9BF0-2B5E-12DBCF7B3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2FAC4-3732-0053-0482-B394F0D62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FA2FE-03B5-9040-8261-840DBE6E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66247-798E-FC96-CA9B-8FAD99B8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4E476-1ACF-AD12-CE86-36F1A0D2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6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F65F-4DD2-DCE4-DB75-1BCC5B5E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C2A26-C955-63CC-F606-CB994AC18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C29F3-CCAE-4616-D2EF-15D3D666B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ECF6B-D2B9-1696-8666-6E398696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823A-9D81-45C7-3343-C401F9FB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E86DA-73B6-5106-CAB4-2EBDA856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2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9135-C905-23EE-F2C8-5D9CA77C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C20D0-C640-B3DB-E059-B96CFE3E1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B8728-8D37-EDD2-FD97-F5409C81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6189B-D4C8-2A27-EDEC-5FF6EFE3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A36B-11B8-84E9-E569-4F5F52D4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C1111-77B9-3489-061E-A11CC43D9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631E6-006E-940F-9863-64532C02C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87923-6BED-214C-3C57-F907AE5D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51E78-A5F5-6116-0DC7-225D464D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59088-EBCA-B2EA-AAFF-D51EBE06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0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2ED61-0D23-2947-742A-5D7ED40B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3A69-2FFC-288F-AE79-A815FD06A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939BB-2CF7-B9BF-B58B-F38FDD32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B0909-772C-4FF3-A545-FEEA102B6D7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6ECD-7551-DD42-41B7-E8FB0F56E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42DD-09A4-6B73-39E0-92B54A205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FD468-3C3A-4955-B67D-A52DCE8F3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2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97AB58-EE9A-087A-B52F-C27BABE98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284" y="772353"/>
            <a:ext cx="3596983" cy="2789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9FD37F-FA17-ACEA-EB16-A70D3C9F7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81" y="772353"/>
            <a:ext cx="3524373" cy="2789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3C2504-9E57-D576-3C0B-9A3C215276DD}"/>
              </a:ext>
            </a:extLst>
          </p:cNvPr>
          <p:cNvSpPr txBox="1"/>
          <p:nvPr/>
        </p:nvSpPr>
        <p:spPr>
          <a:xfrm>
            <a:off x="495636" y="3762971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H3 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esolution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0" dirty="0">
                <a:solidFill>
                  <a:srgbClr val="1166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3A926-BBAA-12E9-7A6B-C0A42469F06F}"/>
              </a:ext>
            </a:extLst>
          </p:cNvPr>
          <p:cNvSpPr txBox="1"/>
          <p:nvPr/>
        </p:nvSpPr>
        <p:spPr>
          <a:xfrm>
            <a:off x="495636" y="4196623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of zones = 66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46E68D-0045-5252-9245-2F03EC091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83" y="772352"/>
            <a:ext cx="3307088" cy="27895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D7E8F6-127E-2020-C2E0-38D60932C2B1}"/>
              </a:ext>
            </a:extLst>
          </p:cNvPr>
          <p:cNvSpPr txBox="1"/>
          <p:nvPr/>
        </p:nvSpPr>
        <p:spPr>
          <a:xfrm>
            <a:off x="4631576" y="3760746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H3 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esolution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0" dirty="0">
                <a:solidFill>
                  <a:srgbClr val="1166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B67DE-E228-DE59-06A3-BC9860530B04}"/>
              </a:ext>
            </a:extLst>
          </p:cNvPr>
          <p:cNvSpPr txBox="1"/>
          <p:nvPr/>
        </p:nvSpPr>
        <p:spPr>
          <a:xfrm>
            <a:off x="4631576" y="4194398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of zones = 372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D51D7-781D-3BE7-F446-30870F2AD243}"/>
              </a:ext>
            </a:extLst>
          </p:cNvPr>
          <p:cNvSpPr txBox="1"/>
          <p:nvPr/>
        </p:nvSpPr>
        <p:spPr>
          <a:xfrm>
            <a:off x="8767516" y="3760746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H3 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esolution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0" dirty="0">
                <a:solidFill>
                  <a:srgbClr val="1166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5CD33-F74A-A26E-C439-563B14A115BA}"/>
              </a:ext>
            </a:extLst>
          </p:cNvPr>
          <p:cNvSpPr txBox="1"/>
          <p:nvPr/>
        </p:nvSpPr>
        <p:spPr>
          <a:xfrm>
            <a:off x="8767516" y="4194398"/>
            <a:ext cx="275018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of zones = 2364</a:t>
            </a:r>
            <a:endParaRPr lang="en-US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078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ZhengHan</dc:creator>
  <cp:lastModifiedBy>ZhengHan</cp:lastModifiedBy>
  <cp:revision>1</cp:revision>
  <dcterms:created xsi:type="dcterms:W3CDTF">2025-04-24T23:14:43Z</dcterms:created>
  <dcterms:modified xsi:type="dcterms:W3CDTF">2025-04-25T01:20:41Z</dcterms:modified>
</cp:coreProperties>
</file>